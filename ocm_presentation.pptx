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Data (≤2019)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a systematic offset from publication bias and optimised conditions.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Label Shift &amp; Covariate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16</a:t>
            </a:r>
          </a:p>
        </p:txBody>
      </p:sp>
      <p:pic>
        <p:nvPicPr>
          <p:cNvPr id="8" name="Picture 7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4251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Two panels, two shifts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Left: yield KDE — blue peaks 3–4%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peaks 8–9% (3.42 pp gap)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systematic gap (t = −32.2)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right tail = publication-bias skew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Right: PCA of 67 features → 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101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outside blue = 78.5% OOD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3794760"/>
            <a:ext cx="3108960" cy="8229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386791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Both signals — yield level AND chemistry composition — warn against naive concatenation (confirmed 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Which Elements Differ?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16</a:t>
            </a:r>
          </a:p>
        </p:txBody>
      </p:sp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9031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Top 15 elements by usage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dominant elements each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&amp; promoters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Our lab: focused 2025 programme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Literature: 40 yrs, many groups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20440"/>
            <a:ext cx="3108960" cy="8229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359359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This is what '78.5% out-of-distribution' looks like in plain terms — literally different elements and preparation methods.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4805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Selective filtering methods keep only literature whose element profile resembles our experimental programme.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Catalyst-Grouped 5-Fold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89,074 rows are only 917 DISTINCT CATALYSTS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Folds split by catalyst — all rows of a catalyst in one 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catalysts the model has never seen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grouped, and not by 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A row split puts the SAME catalyst in train and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model then recalls catalysts instead of predicting new 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Prof. Taniike raised exactly this — grouped CV is now the default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Primary metric: catalyst-level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Spearman on each catalyst's best yield, and enrichment@10%.
Row RMSE is secondary — 19.9% of its variance is unreachable.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by CATALYST (917 groups)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~183
catalysts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~183
catalysts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~183
UNSEEN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~183
catalysts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~183
catalysts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Rotate the held-out fold 5 times. Every number on the following slides uses this protocol; row-level figures appear only where they are labelled as historical.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Step 1 — establish baseline  (ROW-LEVEL CV, historical)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(lab data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Row-level protocol — kept only for comparison with the published numbers. Under catalyst-grouped CV the baseline is 2.9425.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8B1A1A"/>
                </a:solidFill>
              </a:rPr>
              <a:t>+5.1% worse than baseline (row-level). Re-tested at catalyst level, a direct merge again sits below the composition-only control (0.7577 vs 0.7606).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 Mixing the two datasets can perform WORSE than using ours alone.
⇒ We need to be much more selective.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16</a:t>
            </a:r>
          </a:p>
        </p:txBody>
      </p:sp>
      <p:pic>
        <p:nvPicPr>
          <p:cNvPr id="8" name="Picture 7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315200" cy="26760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43000"/>
            <a:ext cx="4114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1704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6002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classifier: ours=1, lit=0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965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P(ours |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331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788920"/>
            <a:ext cx="411480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2862072"/>
            <a:ext cx="38953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P(ours | x) is a similarity score: high = looks like our chemistry, low = foreign. We keep only literature scoring above 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886200"/>
            <a:ext cx="4114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3913632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913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9136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25196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428853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288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428853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461772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465429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654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65429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98348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502005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best 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5020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~200 kept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0200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534924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538581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385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5385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806440"/>
            <a:ext cx="4114800" cy="658368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82128" y="5879592"/>
            <a:ext cx="389534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16</a:t>
            </a:r>
          </a:p>
        </p:txBody>
      </p:sp>
      <p:pic>
        <p:nvPicPr>
          <p:cNvPr id="8" name="Picture 7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909560" cy="16445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143000"/>
            <a:ext cx="34747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1704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00200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47672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kernel: K(x,x′) = exp(−‖x−x′‖²/2σ²)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95144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642616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063240"/>
            <a:ext cx="34747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3136392"/>
            <a:ext cx="3255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KMM picks weights so the weighted literature cloud matches lab data cloud. Samples inside our chemistry earn weight; those outside fade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307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416052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2.261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48056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45262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45262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+6.0% (worse)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84632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4892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4892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521208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525780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52578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5669280"/>
            <a:ext cx="34747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5742432"/>
            <a:ext cx="32552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Method That Exposed the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The design was sound. The evaluation was not.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Literature enters as a FEATURE, never as a label, so the 3.42 pp offset cannot corrupt the training loss. That reasoning still holds. But Stage 1 was trained on literature TOGETHER WITH the lab training rows, and under a row-level split those rows included the test catalysts — so the prior feature partly carried each test catalyst's own measured yields. The gain was recall, not prediction. Ruling this out is what produced the protocol on slide 5; the mechanism is named in ocm_eval.stage1_data().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The Same Models Under Two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16</a:t>
            </a:r>
          </a:p>
        </p:txBody>
      </p:sp>
      <p:pic>
        <p:nvPicPr>
          <p:cNvPr id="8" name="Picture 7" descr="fig_protoc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589520" cy="2739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1A1A"/>
                </a:solidFill>
              </a:rPr>
              <a:t>Row-level CV — HISTORICAL, leaked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0020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27632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62763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38404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0253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0025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2.1184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8404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36829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PFT (filtered)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3682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697480"/>
            <a:ext cx="38404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73405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PFT (all lit.)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7340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1.9194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611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Catalyst-grouped CV — DEFAULT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402336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050791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4050791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4050791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4389120"/>
            <a:ext cx="38404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42569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44256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2.9425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44256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475488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479145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PFT (filtered)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7914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2.9955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47914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512064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515721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PFT (all lit.)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51572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2.9817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51572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5577840"/>
            <a:ext cx="3840480" cy="868680"/>
          </a:xfrm>
          <a:prstGeom prst="rect">
            <a:avLst/>
          </a:prstGeom>
          <a:solidFill>
            <a:srgbClr val="FFF4E5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6448" y="5650992"/>
            <a:ext cx="36210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Same models, same data, two protocols. The published −9.7% becomes +1.8% WORSE once a catalyst cannot appear in both train and test. The difference is leakage, not modelling.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Feature Importance Beeswarm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16</a:t>
            </a:r>
          </a:p>
        </p:txBody>
      </p:sp>
      <p:pic>
        <p:nvPicPr>
          <p:cNvPr id="8" name="Picture 7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686800" cy="8178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50596E"/>
                </a:solidFill>
              </a:rPr>
              <a:t>TreeExplainer on 3,000-sample subsample.  Each row = feature ranked by mean |SHAP|.  Colour = feature value (red=high);  x-position = prediction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097280"/>
            <a:ext cx="265176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12471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591056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 — transfer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93392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 ↑ → yield ↑ (correct OCM)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395728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Ce: net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798064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K: mixed / suppressive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3291840"/>
            <a:ext cx="2651760" cy="68580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5168" y="3364992"/>
            <a:ext cx="243230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The model uses real OCM chemistry — transfer learning is not dead weight.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See next slide for residual breakdown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Ceiling Effect &amp; Model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Residual breakdown by yield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3035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62763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84248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574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9736"/>
            <a:ext cx="53035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328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5328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35224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083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5303520" cy="475488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8386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83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023360"/>
            <a:ext cx="5303520" cy="7772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096512"/>
            <a:ext cx="50840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Root cause: GHSV, CH₄/O₂ ratio, pressure absent from the feature set — a data limit, not a model failure.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188720"/>
            <a:ext cx="57607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216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SHAP confirmed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691640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learning actively used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093976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Temperature: high T → yield up (correct OCM physics)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96312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active phases and promoters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2898648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(can over-reduce surface)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3730752"/>
            <a:ext cx="554126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The ceiling is NOT a modelling failure — it is a DATA failure.
Missing columns (GHSV, CH₄:O₂, pressure) explain why Y&gt;15% catalysts exist.
No algorithm can compensate for absent input features.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80060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Fix the data → the model automatically improves.  That is the single highest-impact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Statistical Rigour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The headline was coverage-inflated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54480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Cells run further contain better yields, so a score over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38528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917 catalysts is partly a record of which runs were finished.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322576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All 917:        Spearman 0.767   enrichment 4.35×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706624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Equal effort (771):  Spearman 0.724   enrichment 3.77×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090672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Coupling removed BY MEASUREMENT: ρ(n_rows, max) +0.293 → +0.003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74720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300 random 771-subsets give 0.767 [0.756, 0.780] — 0.724 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858768"/>
            <a:ext cx="57607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below that interval, so the drop is real, not a smaller-sample effect.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The sharpest test we could devise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We retrained the model to predict HOW MANY measurements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938528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catalyst received. It never sees a yield.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22576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That model reaches Spearman 0.400 against observed max yield…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706624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…but its enrichment is 0.87× — no better than random.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090672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Rank correlation is partly purchasable from experimental effort.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474720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Enrichment is not. That is why enrichment is the primary metric.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709160"/>
            <a:ext cx="11521440" cy="137160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4782312"/>
            <a:ext cx="113019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B5E20"/>
                </a:solidFill>
              </a:rPr>
              <a:t>And the open question is bounded: ranking catalysts by their observed FLOOR instead of their ceiling shares only 7 of the top 20, but a ceiling-trained model loses just 0.017 Spearman against floor ground truth — less than seed-averaging alone buys — and never drops below 4.02× enrichment. The answer changes the labels, not the decision.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Critical Analysis — Per-Method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Honest critique of each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64208"/>
            <a:ext cx="6400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75688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Naive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75688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Negative control — makes the model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96896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6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42616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Hard cliff; discards ~80%; τ tuned on the reported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09544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KMM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09544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O(n²) kernel; σ-sensitive; labels still in loss; ties DRST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0752"/>
            <a:ext cx="6400800" cy="53035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2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</a:rPr>
              <a:t>Prior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76472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20"/>
                </a:solidFill>
              </a:rPr>
              <a:t>Best — Stage-1 on 782 rows → high variance; two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234440"/>
            <a:ext cx="48463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261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Cross-cutting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1907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All methods evaluated on our-data CV only; OOD tested for Prior FT 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1031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Point predictions — no uncertainty estimates to guide experiment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8716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Y&gt;15% ceiling is DATA-bound (missing GHSV, CH₄:O₂, pressure), not model-bound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063240"/>
            <a:ext cx="4846320" cy="86868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136392"/>
            <a:ext cx="462686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Key insight: the ceiling effect and much of the label shift share the same root cause — missing operating-condition features. Fix the data; the models follow.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What's Next — Priority-Ordered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Ask JAIST for the reaction-condition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One email. Converts 19.9% of currently unreachable variance into modellable signal and turns 917 training examples back into 89,074.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356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79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Ask whether the 27 slots are conditions or time-on-stream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Provably unanswerable from the file: every cell is stored sorted by yield, so row order records rank, not acquisition sequence. Only the lab can settle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926079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944367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Ask why grid coverage is incomplete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186 catalyst-temperature cells absent; only 811 of 917 catalysts have all five temperatures. Decides whether the bias is correctable or itself informative.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32588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41732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Re-scope the campaign before reactor time is spent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20 runs per catalyst instead of 135 reproduces the full ranking at ρ = 0.949, buying ~72 catalysts plus a control arm for the budget of 17 exhaustive ones.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Send the corrected work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Complete and verified. Every number now traces to a JSON written by a committed script.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Run the prospective validation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Prof. Taniike offered to synthesise candidates. A shortlist is a set to test, not a league table — the model cannot order within its own top 20.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— and can we rank UNSEEN catalysts well enough to guide synthesis?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original −9.7% gain was catalyst-identity leakage. Under catalyst-grouped CV the same models are 1.8% WORSE than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No literature-integration design beats composition alone in-domain — four pre-registered designs and a 28-family follow-up, all null.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helps only where the lab has NO coverage: on non-impregnation chemistry a plain merge lifts Spearman 0.24 → 0.39 and enrichment 0.42× → 1.34×. Plain merging beats the two-stage machinery — the value is the data, not the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composition-only model still screens unseen catalysts usefully: enrichment 3.77× on the equal-effort set (95% CI 3.04–4.89×), and that conclusion survives either reading of the open data question.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Ask for the reaction-condition columns. One email unlocks more than any modelling change we have tried.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